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44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MARIANO GÁLVEZ DE GUATEMALA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 EN SISTEMAS  •  DESARROLLO WEB — DÉCIMO SEMESTRE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</a:t>
            </a:r>
            <a:endParaRPr lang="en-US" sz="3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COLABORATIVO EN TIEMPO REAL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Integral Fullstack: Angular 22, NestJS 11, WebSockets,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SMTP, Prisma ORM, PostgreSQL 18 &amp; Túnel Permanente Ngrok (4G/5G)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448056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121A2D"/>
          </a:solidFill>
          <a:ln w="1905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2377440" y="466344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e Investigadores:
</a:t>
            </a: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  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Roberto  •  Cinthia  •  Germán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Guatemala, Octubre de 2026  |  Evaluación Final de Desarrollo Web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INTRODUCCIÓN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General y Objetivos del Proyecto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Propósito del Sistema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Experiencia Multijugador Cooperativa: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Plataforma web para 2 a 4 agentes que deben resolver desafíos lógicos bajo presión de tiempo.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Dinámica Asimétrica e Interconectada: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Cada participante asume roles tácticos donde las decisiones individuales afectan la sala compartida.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Conectividad Multiplataforma Total: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Acceso instantáneo desde computadoras y celulares con datos móviles (4G/5G) sin requerir el mismo Wi-Fi.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Persistencia e Historial Competitivo: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Registro auditado de partidas ganadas, cálculo de puntuaciones y Leaderboard en PostgreSQL.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Pilares Tecnológicos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Arquitectura Desacoplada: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Frontend en Angular 22 y Backend en NestJS 11 comunicados en tiempo real vía WebSockets.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Seguridad Perimetral: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Autenticación con códigos OTP de 6 dígitos enviados por Gmail SMTP (587 TLS) y hashing Bcrypt.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Inmersión Sonora Dual: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Síntesis por Web Audio API (cero descargas de audio) y banda sonora sincronizada por WebSocket.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Infraestructura de Red: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Túnel estático permanente en Ngrok y proxy unificado en puerto 4200 para celulares externos.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ARQUITECTURA DEL SISTEMA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Desacoplada de Alta Concurrencia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121A2D"/>
          </a:solidFill>
          <a:ln w="1905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CAPA CLIENTE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(Angular 22)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2971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Standalone Components: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modular moderna sin NgModules.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Signals Reactivas: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estado fluida con detección de cambios fina.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Client: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bidireccional continua con auto-reconexión.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Audio API: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Efectos sonoros procedurales generados por código.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Proxy Unificado: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 interno de /api y /socket.io en puerto 4200.
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07408" y="114300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121A2D"/>
          </a:solidFill>
          <a:ln w="1905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544568" y="1325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CAPA SERVIDOR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(NestJS 11 + Node.js)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0288" y="1920240"/>
            <a:ext cx="2971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EscapeGateway: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central de salas, eventos, bots y sincronización.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Aislamiento por roomCode: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independientes y privadas para cada equipo.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EmailService: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de códigos OTP con Nodemailer por Gmail SMTP.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Swagger / OpenAPI: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interactiva de la API REST en /api/docs.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Hashing: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 contraseñas con 10 rondas de salt.
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83296" y="114300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121A2D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8220456" y="1325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PERSISTENCIA &amp; 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(PostgreSQL + Ngrok)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66176" y="1920240"/>
            <a:ext cx="2971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18: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relacional bajo esquema de base de datos escaperoom.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Prisma ORM 6.19: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tipadas y sentencias preparadas contra inyecciones.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Modelo users: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agentes, claves OTP, rangos y puntos XP.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Modelo escape_missions: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partidas y clasificación histórica.
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Túnel Ngrok Fijo: </a:t>
            </a: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para celulares 4G/5G con dominio permanente.
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INTERFAZ GRÁFICA (UI/UX)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Interfaz de Usuario Táctica (Cyberpunk / Glassmorphism)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Identidad Visual y Estilos CSS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Estética Sci-Fi Glassmorphism: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Fondo espacial (#050711) con cuadrícula de coordenadas de 40px y paneles con desenfoque de cristal (backdrop-filter: blur(16px)).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Paleta Neón Táctica: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Neón Cian (#00f3ff): Radares, escáneres y botones de acción.
  - Neón Verde (#00ff88): Compuertas abiertas, aciertos y agentes listos.
  - Neón Rojo (#ff0055): Alarmas críticas, fugas y fallas eléctricas.
  - Neón Púrpura (#bc13fe): Acertijos cuánticos y cifrado.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Tipografías Especializadas: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Orbitron (Títulos militares), Rajdhani (Texto de control) y JetBrains Mono (Terminales y códigos).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Componentes Visuales Reactivos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Cronómetro Cuántico con Barra de Descompresión: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Temporizador sincronizado con barra de progreso que pasa progresivamente a rojo intermitente durante el último minuto.
</a:t>
            </a: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Pantalla de Cierre con Cámara en Vivo (CCTV):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Simulación visual de circuito cerrado con estática animada y fondo ambiental adaptado al escenario de juego activo.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Modales Tácticos Flotantes: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Ventanas emergentes de chat encriptado, pistas por IA y modal de login multi-pestaña sin recarga de página.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Diseño 100% Adaptativo (Responsive):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Totalmente optimizado para pantallas táctiles de teléfonos celulares móviles con controles de toque amplios.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SISTEMA DE AUDIO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Sonora: Web Audio API &amp; Música Sincronizada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Síntesis Procedural (Web Audio API)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Generación en Tiempo Real por Código: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Cero descargas de archivos MP3 pesados que saturen la red móvil. Todos los sonidos se sintetizan matemáticamente con osciladores y filtros en audio.service.ts.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Efectos de Sonido Implementados: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Keypad Beep: Onda sinusoidal de 880 Hz al presionar teclas.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Door Unlock: Arpegio ascendente (Do5-Mi5-Sol5) al abrir compuertas.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Error Buzz: Onda en diente de sierra (110 Hz) al fallar claves.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Countdown Alert: Pulsos resonantes en tiempo crítico.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Victory Fanfare: Acorde mayor polifónico de victoria.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Música Sincronizada por Escenario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Difusión Global vía WebSocket: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 iniciar la misión, el backend emite el evento sync_mission_music con el ID de YouTube, título y timestamp de inicio exacto.
</a:t>
            </a: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Bandas Sonoras Oficiales por Escenario: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Reactor Cuántico: "Dark Industrial Synthwave" (Tensión atómica).
  2. Templo Perdido: "Ancient Egyptian Orchestral" (Misterio).
  3. Estación Espacial: "Deep Space Ambient Zero-G" (Aislamiento).
  4. Laboratorio IA: "Cyberpunk Cybernetics Dystopian".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Táctico de Audio: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Cada usuario cuenta con control de volumen independiente y botón de muteo rápido sin interrumpir la partida.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AUTENTICACIÓN &amp; EMAIL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Perimetral y Despacho SMTP de Gmail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Despacho Automatizado por Gmail SMTP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Transporte Seguro con Nodemailer: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Conexión autenticada contra smtp.gmail.com en el puerto 587 con protocolo STARTTLS obligatorio y contraseña de aplicación.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Códigos Cuánticos de 6 Dígitos (OTP):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 registrarse, el backend genera un código pseudoaleatorio de 6 dígitos con tiempo de expiración de 15 minutos (verificationExpires).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Plantilla de Correo HTML Profesional: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Diseño táctico militar enmarcado que muestra el código de acceso y enlace de verificación directa.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Seguridad y Persistencia de Agentes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Cifrado de Contraseñas con Bcrypt: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Las contraseñas se hashean con 10 rondas de salt antes de registrarse en PostgreSQL. Cero almacenamiento en texto plano.
</a:t>
            </a: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Modelo de Usuario (Prisma ORM):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email (Unique, índice optimizado)
  - codename (Alias público del agente)
  - avatar (Icono representativo)
  - rank (Recluta, Especialista, Táctico, Comandante)
  - xpPoints (Puntos acumulativos ganados en misiones)
  - isVerified (Booleano de validación por correo)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Acceso Rápido Demo: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Pestaña especial para cargar perfiles preestablecidos (Juan, Roberto, Cinthia, Germán) sin requerir contraseñas para pruebas rápidas.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MECÁNICAS DE JUEGO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Acertijos Tácticos y Desafíos Multijugador en Tiempo Real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Rompecabezas Jigsaw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Armado colaborativo de piezas tácticas en un tablero compartido de 6 posiciones sincronizado al instante vía WebSockets.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887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71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Reactor de Cables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ordenada de conexiones eléctricas (Rojo, Azul, Amarillo, Verde) con corte preventivo de energía del núcleo.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005840" y="3886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🕹️ Tic-Tac-Toe Cuántico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Duelo mental o cooperativo contra el sistema de seguridad matricial 3x3 para reiniciar los circuitos de enfriamiento.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6537960" y="3886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Válvula de Presión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42976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milimétrica de barras táctiles de presión volumétrica para evitar la fuga atómica antes del tiempo límite.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INFRAESTRUCTURA DE RED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Celular desde Cualquier Red (4G/5G) sin Mismo Wi-Fi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Dominio Permanente de Ngrok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Enlace Fijo Oficial:
</a:t>
            </a: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https://cyclic-consuming-survivor.ngrok-free.dev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Dominio Inmutable: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diferencia de túneles dinámicos que cambian en cada reinicio, este dominio está reservado permanentemente en la cuenta de Ngrok.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Penetración NAT y Firewall: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Permite a jugadores conectarse desde sus celulares utilizando datos móviles 4G/5G o cualquier red externa sin tocar el router de la casa.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Proxy Unificado &amp; Automatización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Proxy Unificado (proxy.conf.json):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Todo el tráfico (Web, API REST en /api y WebSockets en /socket.io con ws:true) entra por el puerto 4200. Cero necesidad de túneles secundarios.
</a:t>
            </a: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Configuración allowedHosts en Angular: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allowedHosts: true en angular.json autoriza las peticiones entrantes desde el dominio de Ngrok y dispositivos móviles.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Scripts de Automatización en 1 Clic: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iniciar_proyecto.bat compila y levanta Backend, Frontend y Túnel simultáneamente, copiando la URL final al portapapeles de Windows.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SEGURIDAD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de Seguridad Perimetral y Protección de Datos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Cifrado de Contraseñas (Bcrypt)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Salteo criptográfico unidireccional con 10 rondas de salt. Las credenciales nunca se almacenan en texto claro en la base de datos.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887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71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Tokens OTP con Expiración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cuánticos de 6 dígitos con tiempo de vida estricto de 15 minutos para prevenir ataques de fuerza bruta o suplantación.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005840" y="3886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Prevención de Inyección SQL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consultas a la base de datos se ejecutan a través de Prisma ORM mediante sentencias preparadas y parametrizadas nativas.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121A2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6537960" y="38862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Aislamiento de Salas WebSockets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42976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en servidor de pertenencia a la sala (roomCode). Las acciones y turnos son validados por NestJS para evitar trampas.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STACK TECNOLÓGICO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Tecnologías, Frameworks y Librerías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F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 / MÓDULO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F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TECNOLOGÍA / LIBRERÍA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F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VERSIÓN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F3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PROPÓSITO EN EL PROYECTO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Angular Framework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 Reactiva con Standalone Components y Signals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WebSockets Client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Socket.io-client / RxJS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4.8.3 / 7.8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 bidireccional y streams reactivos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Audio Engine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Audio API / YouTube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Nativa / v3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Síntesis procedural por código y música sincronizada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 Framework / Node.js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11.2.3 / 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modular, controladores REST e inyección DI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 Gateway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@nestjs/platform-socket.io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distribuida de salas y eventos multijugador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 &amp; 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&amp; Prisma 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 / 6.19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 relacional type-safe con esquema escaperoom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Autenticación &amp; Mail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Nodemailer &amp; Bcryptjs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 / 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Despacho OTP Gmail SMTP (587 TLS) y hashing seguro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Networking &amp; Túnel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Ngrok Agent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3.39.11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Túnel permanente hacia puerto 4200 para celulares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CONCLUSIONES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Demostración en Vivo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630936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ROOM DIGITAL COLABORATIVO  |  UMG 2026  •  INGENIERÍA EN SISTEMAS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Logros Técnicos e Hitos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Sincronización en Tiempo Real Impecable: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Latencia menor a 50ms en la actualización de estados entre jugadores y bots autónomos.
</a:t>
            </a: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Accesibilidad Universal sin Fricción: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Cualquier jugador puede unirse desde su celular vía 4G/5G con un solo clic al enlace fijo de Ngrok.
</a:t>
            </a: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Arquitectura Robusta y Mantenible: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Estructura modular en NestJS desacoplada de Angular, garantizando escalabilidad y alta disponibilidad.
</a:t>
            </a: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Experiencia Inmersiva Gamificada: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Integración armónica de interfaz Cyberpunk, música sincronizada y efectos de sonido procedurales.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1430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121A2D"/>
          </a:solidFill>
          <a:ln w="12700">
            <a:solidFill>
              <a:srgbClr val="23304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65379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Demostración en Vivo (Live Demo)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Enlace Público Permanente (Activo):
</a:t>
            </a:r>
            <a:r>
              <a:rPr lang="en-US" sz="950" b="1" dirty="0">
                <a:solidFill>
                  <a:srgbClr val="00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https://cyclic-consuming-survivor.ngrok-free.dev
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Acceso Local en Red: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http://localhost:4200  (O por IP Wi-Fi local)
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Documentación Swagger API REST:
</a:t>
            </a: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http://localhost:3002/api/docs
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Repositorio Oficial en GitHub:
</a:t>
            </a:r>
            <a:r>
              <a:rPr lang="en-US" sz="95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https://github.com/JJjuanjim/EscaperoomFinal.git
</a:t>
            </a: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¡Muchas gracias por su atención! ¿Preguntas?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2305</Words>
  <Application>Microsoft Office PowerPoint</Application>
  <PresentationFormat>Panorámica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Mariano Gálvez de Guatemala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Escape Room Digital Colaborativo - Presentación Técnica</dc:title>
  <dc:subject>PptxGenJS Presentation</dc:subject>
  <dc:creator>Equipo Escape Room</dc:creator>
  <cp:lastModifiedBy>2291 - JUAN HUMBERTO JIMENEZ VILLATORO</cp:lastModifiedBy>
  <cp:revision>2</cp:revision>
  <dcterms:created xsi:type="dcterms:W3CDTF">2026-10-25T21:47:34Z</dcterms:created>
  <dcterms:modified xsi:type="dcterms:W3CDTF">2026-10-25T21:53:55Z</dcterms:modified>
</cp:coreProperties>
</file>